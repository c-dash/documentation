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BA1B"/>
    <a:srgbClr val="F3E2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38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B1086-6D43-5C7E-E6FB-C98CE8923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D5AAE5-D11A-7450-5F62-3AFF4D048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B883C-CA37-208C-C758-1AF9FB4EF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8D66-763E-E80A-0775-C3F6F578D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54DFC-177C-F7B8-4304-970D5E9B9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18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45B5-8F4C-C297-4234-66A47428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263D9-0FF5-C08B-E821-4CF59E4E8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DE89C-631D-0CC7-0393-3435E91C3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0B6D6-B544-338C-0406-90E17B2D1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1E502-3E44-39C8-40F6-3A01D2F4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18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9493-38A1-0098-01ED-62AF68707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ABE63-BA4F-73C9-A8B4-C55FE51A8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DDD59-A903-B6F1-CF5B-E6734012A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CF86C-C9A7-65B3-68AC-E3FDB9A6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28578-3E57-44F4-AC39-0DC8ADA2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12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A5284-1B45-6F91-A951-594FC9927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F40E9-EEC2-0ECE-E90E-ABDB3F21AB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42465-7ECE-FAD1-79AD-FCF85B332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4B2B4-5C27-1523-3F6C-0D40D4DB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1AA54-FFED-F6A6-0BBF-56904B5BB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33D41-41CD-F7C6-80E3-630CA27B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5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C16BD-3FFA-0B8B-854C-27065928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59C99-15FD-3DF8-F232-2B607B928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8758E-96CB-29AD-4D90-8C5819EC8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6EE410-4E49-45E0-9B25-9E4FA982C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E1211-353C-3A70-B900-227A6C7AC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B53458-6803-653B-81C9-6513EF42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0186D-6988-2D66-8E13-38C8D2346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A012EE-E865-C1AC-C866-134CB5BC6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7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F21F-296B-B582-5C3D-CF16E59DE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9893FC-2C56-E255-BE68-998625A3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ED47F-FB81-BDCC-A82B-49155C014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4168F-A82A-EB1F-F833-7EEC7B892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06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903DE6-3425-EC14-50A2-ED4D3BAF2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6969D-545B-3ED7-9617-2C2D79BFB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1FF35-7B3D-0FA9-FD12-6E6CFE37E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48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54D28-2EEE-5059-6B94-E754018B1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F7355-87B2-3A94-A7EC-EF958C133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EEB2E-549E-A4F8-9837-AA139D565C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E03AF-EEF6-90B5-63C4-3DF8B28DE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CEA85-0CA7-6E7A-C23B-B78A7512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5C55B-2DFC-B493-E6E8-6B1251648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67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705C-2E62-67FD-38F2-36D847057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928E67-C407-2989-93C4-654F09E87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F1D4D-E92C-9828-8BAC-F621CAAE5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291BE-F2A0-14BF-9F94-C4DEAE7C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ED7FF-D55E-20F9-C071-3F14A68B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ACC8B-6802-ED7E-D769-D2DBA623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52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80E7-9197-A5EA-4E80-A8AAA0F7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394BF9-41A1-08FD-38B6-A69EA1900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3CE8DE-A6C4-038A-5623-BA5818D27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BCA40-2B07-F962-0525-1BD08AA72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12FC-A588-97D5-7489-DD9EABDC0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12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79186-C771-B663-8D06-A3ED649D46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1CBD4-31E0-9C50-5F7C-EE257DF92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D0F4D4-AC3C-25B6-E5CC-D30EEE55F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0CB17-F06D-81D8-FA50-D161E26A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C611A-0BB7-438B-773E-6F410F9C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56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B4DF93-23F1-C314-5B9D-CFE30AB2F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8092D-0A73-AF6C-82F7-9FB2150E7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97D00-75BF-0556-6F54-47B34AF69C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F03EA-7975-4A16-A07E-E5558813FB13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3191A-7866-30E2-1414-F92B4656F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3C23A-4174-2420-5287-4EE2F21F8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03990-7EB3-4457-B358-3ADBB228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86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BC3F4D-BBB0-BE3D-ABA4-72B16B95A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727"/>
            <a:ext cx="12031754" cy="6792273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014BA7-3F62-F39B-82D3-A8EFA8C14814}"/>
              </a:ext>
            </a:extLst>
          </p:cNvPr>
          <p:cNvGrpSpPr/>
          <p:nvPr/>
        </p:nvGrpSpPr>
        <p:grpSpPr>
          <a:xfrm rot="171696">
            <a:off x="4286865" y="3705725"/>
            <a:ext cx="4027031" cy="1279230"/>
            <a:chOff x="4345858" y="3931867"/>
            <a:chExt cx="4027031" cy="127923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C9E51C8-3511-B777-7CCD-EFDC2922FD0E}"/>
                </a:ext>
              </a:extLst>
            </p:cNvPr>
            <p:cNvSpPr/>
            <p:nvPr/>
          </p:nvSpPr>
          <p:spPr>
            <a:xfrm>
              <a:off x="4345858" y="3931867"/>
              <a:ext cx="4027031" cy="1279230"/>
            </a:xfrm>
            <a:prstGeom prst="rect">
              <a:avLst/>
            </a:prstGeom>
            <a:solidFill>
              <a:srgbClr val="F3E29B"/>
            </a:solidFill>
            <a:ln w="47625">
              <a:solidFill>
                <a:srgbClr val="DFBA1B">
                  <a:alpha val="46000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0A71EC2-BEAF-5E7B-F4FD-5A6369C34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9818" y="3990739"/>
              <a:ext cx="1093896" cy="114145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EE7B59E-59E0-8B56-AE38-70DE7989A6FB}"/>
                </a:ext>
              </a:extLst>
            </p:cNvPr>
            <p:cNvSpPr txBox="1"/>
            <p:nvPr/>
          </p:nvSpPr>
          <p:spPr>
            <a:xfrm>
              <a:off x="5595300" y="3961302"/>
              <a:ext cx="2726003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Request Fulfilled</a:t>
              </a:r>
            </a:p>
            <a:p>
              <a:r>
                <a:rPr lang="en-US" dirty="0"/>
                <a:t>Redirect (?)</a:t>
              </a:r>
            </a:p>
            <a:p>
              <a:r>
                <a:rPr lang="en-US" dirty="0"/>
                <a:t>Not found (Most Common)</a:t>
              </a:r>
            </a:p>
            <a:p>
              <a:r>
                <a:rPr lang="en-US" dirty="0"/>
                <a:t>Server Error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119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Cote</dc:creator>
  <cp:lastModifiedBy>Paul Cote</cp:lastModifiedBy>
  <cp:revision>2</cp:revision>
  <dcterms:created xsi:type="dcterms:W3CDTF">2025-12-17T12:20:40Z</dcterms:created>
  <dcterms:modified xsi:type="dcterms:W3CDTF">2025-12-17T14:05:08Z</dcterms:modified>
</cp:coreProperties>
</file>